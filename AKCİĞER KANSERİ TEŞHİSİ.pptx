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33554B-7148-4646-938B-9CCDE1786FD1}" v="11" dt="2026-04-28T18:36:33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ynep İrem Demir" userId="ea9c1ade2f167e74" providerId="LiveId" clId="{3D8A239C-F4B0-402A-98FA-1A673E8D2C13}"/>
    <pc:docChg chg="undo custSel addSld modSld sldOrd">
      <pc:chgData name="Zeynep İrem Demir" userId="ea9c1ade2f167e74" providerId="LiveId" clId="{3D8A239C-F4B0-402A-98FA-1A673E8D2C13}" dt="2026-04-28T18:36:33.333" v="86"/>
      <pc:docMkLst>
        <pc:docMk/>
      </pc:docMkLst>
      <pc:sldChg chg="modTransition">
        <pc:chgData name="Zeynep İrem Demir" userId="ea9c1ade2f167e74" providerId="LiveId" clId="{3D8A239C-F4B0-402A-98FA-1A673E8D2C13}" dt="2026-04-23T13:23:38.559" v="10"/>
        <pc:sldMkLst>
          <pc:docMk/>
          <pc:sldMk cId="603018426" sldId="256"/>
        </pc:sldMkLst>
      </pc:sldChg>
      <pc:sldChg chg="modSp modTransition">
        <pc:chgData name="Zeynep İrem Demir" userId="ea9c1ade2f167e74" providerId="LiveId" clId="{3D8A239C-F4B0-402A-98FA-1A673E8D2C13}" dt="2026-04-23T13:23:41.057" v="11"/>
        <pc:sldMkLst>
          <pc:docMk/>
          <pc:sldMk cId="1711783003" sldId="257"/>
        </pc:sldMkLst>
        <pc:spChg chg="mod">
          <ac:chgData name="Zeynep İrem Demir" userId="ea9c1ade2f167e74" providerId="LiveId" clId="{3D8A239C-F4B0-402A-98FA-1A673E8D2C13}" dt="2026-04-23T13:21:41.346" v="4"/>
          <ac:spMkLst>
            <pc:docMk/>
            <pc:sldMk cId="1711783003" sldId="257"/>
            <ac:spMk id="2" creationId="{78CFB408-798F-280D-E9F5-5AC072AB72FB}"/>
          </ac:spMkLst>
        </pc:spChg>
        <pc:spChg chg="mod">
          <ac:chgData name="Zeynep İrem Demir" userId="ea9c1ade2f167e74" providerId="LiveId" clId="{3D8A239C-F4B0-402A-98FA-1A673E8D2C13}" dt="2026-04-23T13:21:41.346" v="4"/>
          <ac:spMkLst>
            <pc:docMk/>
            <pc:sldMk cId="1711783003" sldId="257"/>
            <ac:spMk id="3" creationId="{B0F46D31-D9F1-9870-1F23-1167608423B6}"/>
          </ac:spMkLst>
        </pc:spChg>
      </pc:sldChg>
      <pc:sldChg chg="modSp mod modTransition">
        <pc:chgData name="Zeynep İrem Demir" userId="ea9c1ade2f167e74" providerId="LiveId" clId="{3D8A239C-F4B0-402A-98FA-1A673E8D2C13}" dt="2026-04-23T13:23:42.264" v="12"/>
        <pc:sldMkLst>
          <pc:docMk/>
          <pc:sldMk cId="3286895727" sldId="258"/>
        </pc:sldMkLst>
        <pc:spChg chg="mod">
          <ac:chgData name="Zeynep İrem Demir" userId="ea9c1ade2f167e74" providerId="LiveId" clId="{3D8A239C-F4B0-402A-98FA-1A673E8D2C13}" dt="2026-04-23T13:22:49.664" v="9" actId="20577"/>
          <ac:spMkLst>
            <pc:docMk/>
            <pc:sldMk cId="3286895727" sldId="258"/>
            <ac:spMk id="3" creationId="{18123365-C503-FA91-2391-492C2399F896}"/>
          </ac:spMkLst>
        </pc:spChg>
      </pc:sldChg>
      <pc:sldChg chg="modTransition">
        <pc:chgData name="Zeynep İrem Demir" userId="ea9c1ade2f167e74" providerId="LiveId" clId="{3D8A239C-F4B0-402A-98FA-1A673E8D2C13}" dt="2026-04-23T13:23:43.836" v="13"/>
        <pc:sldMkLst>
          <pc:docMk/>
          <pc:sldMk cId="1373410599" sldId="259"/>
        </pc:sldMkLst>
      </pc:sldChg>
      <pc:sldChg chg="modTransition">
        <pc:chgData name="Zeynep İrem Demir" userId="ea9c1ade2f167e74" providerId="LiveId" clId="{3D8A239C-F4B0-402A-98FA-1A673E8D2C13}" dt="2026-04-23T13:23:45.435" v="14"/>
        <pc:sldMkLst>
          <pc:docMk/>
          <pc:sldMk cId="1222963642" sldId="260"/>
        </pc:sldMkLst>
      </pc:sldChg>
      <pc:sldChg chg="modSp mod modTransition">
        <pc:chgData name="Zeynep İrem Demir" userId="ea9c1ade2f167e74" providerId="LiveId" clId="{3D8A239C-F4B0-402A-98FA-1A673E8D2C13}" dt="2026-04-23T13:23:47.356" v="15"/>
        <pc:sldMkLst>
          <pc:docMk/>
          <pc:sldMk cId="1143321521" sldId="261"/>
        </pc:sldMkLst>
        <pc:spChg chg="mod">
          <ac:chgData name="Zeynep İrem Demir" userId="ea9c1ade2f167e74" providerId="LiveId" clId="{3D8A239C-F4B0-402A-98FA-1A673E8D2C13}" dt="2026-04-23T13:22:23.476" v="8" actId="20577"/>
          <ac:spMkLst>
            <pc:docMk/>
            <pc:sldMk cId="1143321521" sldId="261"/>
            <ac:spMk id="3" creationId="{B803A014-57C2-F363-0B8B-68A7636BC0C8}"/>
          </ac:spMkLst>
        </pc:spChg>
      </pc:sldChg>
      <pc:sldChg chg="modTransition">
        <pc:chgData name="Zeynep İrem Demir" userId="ea9c1ade2f167e74" providerId="LiveId" clId="{3D8A239C-F4B0-402A-98FA-1A673E8D2C13}" dt="2026-04-28T18:36:29.018" v="85"/>
        <pc:sldMkLst>
          <pc:docMk/>
          <pc:sldMk cId="3242011078" sldId="262"/>
        </pc:sldMkLst>
      </pc:sldChg>
      <pc:sldChg chg="addSp delSp modSp new mod ord modTransition setBg setClrOvrMap">
        <pc:chgData name="Zeynep İrem Demir" userId="ea9c1ade2f167e74" providerId="LiveId" clId="{3D8A239C-F4B0-402A-98FA-1A673E8D2C13}" dt="2026-04-28T18:36:33.333" v="86"/>
        <pc:sldMkLst>
          <pc:docMk/>
          <pc:sldMk cId="1575651391" sldId="263"/>
        </pc:sldMkLst>
        <pc:spChg chg="del mod">
          <ac:chgData name="Zeynep İrem Demir" userId="ea9c1ade2f167e74" providerId="LiveId" clId="{3D8A239C-F4B0-402A-98FA-1A673E8D2C13}" dt="2026-04-28T18:34:49.113" v="20" actId="21"/>
          <ac:spMkLst>
            <pc:docMk/>
            <pc:sldMk cId="1575651391" sldId="263"/>
            <ac:spMk id="2" creationId="{9BA456A4-D399-1CBA-9048-5C570D88F4CC}"/>
          </ac:spMkLst>
        </pc:spChg>
        <pc:spChg chg="add del mod">
          <ac:chgData name="Zeynep İrem Demir" userId="ea9c1ade2f167e74" providerId="LiveId" clId="{3D8A239C-F4B0-402A-98FA-1A673E8D2C13}" dt="2026-04-28T18:36:03.693" v="84" actId="26606"/>
          <ac:spMkLst>
            <pc:docMk/>
            <pc:sldMk cId="1575651391" sldId="263"/>
            <ac:spMk id="3" creationId="{820A998E-9379-1A5B-4268-30EB22A0481A}"/>
          </ac:spMkLst>
        </pc:spChg>
        <pc:spChg chg="add del">
          <ac:chgData name="Zeynep İrem Demir" userId="ea9c1ade2f167e74" providerId="LiveId" clId="{3D8A239C-F4B0-402A-98FA-1A673E8D2C13}" dt="2026-04-28T18:35:55.358" v="81" actId="26606"/>
          <ac:spMkLst>
            <pc:docMk/>
            <pc:sldMk cId="1575651391" sldId="263"/>
            <ac:spMk id="8" creationId="{74CD14DB-BB81-479F-A1FC-1C75640E9F84}"/>
          </ac:spMkLst>
        </pc:spChg>
        <pc:spChg chg="add del">
          <ac:chgData name="Zeynep İrem Demir" userId="ea9c1ade2f167e74" providerId="LiveId" clId="{3D8A239C-F4B0-402A-98FA-1A673E8D2C13}" dt="2026-04-28T18:36:03.682" v="83" actId="26606"/>
          <ac:spMkLst>
            <pc:docMk/>
            <pc:sldMk cId="1575651391" sldId="263"/>
            <ac:spMk id="9" creationId="{ABE6F9A3-300E-47F5-B41C-C8C5E758DE7C}"/>
          </ac:spMkLst>
        </pc:spChg>
        <pc:spChg chg="add del">
          <ac:chgData name="Zeynep İrem Demir" userId="ea9c1ade2f167e74" providerId="LiveId" clId="{3D8A239C-F4B0-402A-98FA-1A673E8D2C13}" dt="2026-04-28T18:35:55.358" v="81" actId="26606"/>
          <ac:spMkLst>
            <pc:docMk/>
            <pc:sldMk cId="1575651391" sldId="263"/>
            <ac:spMk id="10" creationId="{C943A91B-7CA7-4592-A975-73B1BF8C4C74}"/>
          </ac:spMkLst>
        </pc:spChg>
        <pc:spChg chg="add del">
          <ac:chgData name="Zeynep İrem Demir" userId="ea9c1ade2f167e74" providerId="LiveId" clId="{3D8A239C-F4B0-402A-98FA-1A673E8D2C13}" dt="2026-04-28T18:36:03.682" v="83" actId="26606"/>
          <ac:spMkLst>
            <pc:docMk/>
            <pc:sldMk cId="1575651391" sldId="263"/>
            <ac:spMk id="11" creationId="{61B4701B-39FE-43B8-86AA-D6B8789C2207}"/>
          </ac:spMkLst>
        </pc:spChg>
        <pc:spChg chg="add del">
          <ac:chgData name="Zeynep İrem Demir" userId="ea9c1ade2f167e74" providerId="LiveId" clId="{3D8A239C-F4B0-402A-98FA-1A673E8D2C13}" dt="2026-04-28T18:35:55.358" v="81" actId="26606"/>
          <ac:spMkLst>
            <pc:docMk/>
            <pc:sldMk cId="1575651391" sldId="263"/>
            <ac:spMk id="12" creationId="{EC471314-E46A-414B-8D91-74880E84F187}"/>
          </ac:spMkLst>
        </pc:spChg>
        <pc:spChg chg="add del">
          <ac:chgData name="Zeynep İrem Demir" userId="ea9c1ade2f167e74" providerId="LiveId" clId="{3D8A239C-F4B0-402A-98FA-1A673E8D2C13}" dt="2026-04-28T18:36:03.682" v="83" actId="26606"/>
          <ac:spMkLst>
            <pc:docMk/>
            <pc:sldMk cId="1575651391" sldId="263"/>
            <ac:spMk id="13" creationId="{E9A7EF13-49FA-4355-971A-34B065F35022}"/>
          </ac:spMkLst>
        </pc:spChg>
        <pc:spChg chg="add del">
          <ac:chgData name="Zeynep İrem Demir" userId="ea9c1ade2f167e74" providerId="LiveId" clId="{3D8A239C-F4B0-402A-98FA-1A673E8D2C13}" dt="2026-04-28T18:35:55.358" v="81" actId="26606"/>
          <ac:spMkLst>
            <pc:docMk/>
            <pc:sldMk cId="1575651391" sldId="263"/>
            <ac:spMk id="14" creationId="{6A681326-1C9D-44A3-A627-3871BDAE4127}"/>
          </ac:spMkLst>
        </pc:spChg>
        <pc:spChg chg="add del">
          <ac:chgData name="Zeynep İrem Demir" userId="ea9c1ade2f167e74" providerId="LiveId" clId="{3D8A239C-F4B0-402A-98FA-1A673E8D2C13}" dt="2026-04-28T18:36:03.682" v="83" actId="26606"/>
          <ac:spMkLst>
            <pc:docMk/>
            <pc:sldMk cId="1575651391" sldId="263"/>
            <ac:spMk id="15" creationId="{92CF3C3E-0F7B-4F0C-8EBD-BDD38E9C66F5}"/>
          </ac:spMkLst>
        </pc:spChg>
        <pc:spChg chg="add">
          <ac:chgData name="Zeynep İrem Demir" userId="ea9c1ade2f167e74" providerId="LiveId" clId="{3D8A239C-F4B0-402A-98FA-1A673E8D2C13}" dt="2026-04-28T18:36:03.693" v="84" actId="26606"/>
          <ac:spMkLst>
            <pc:docMk/>
            <pc:sldMk cId="1575651391" sldId="263"/>
            <ac:spMk id="16" creationId="{D6F18ACE-6E82-4ADC-8A2F-A1771B309B16}"/>
          </ac:spMkLst>
        </pc:spChg>
        <pc:spChg chg="add">
          <ac:chgData name="Zeynep İrem Demir" userId="ea9c1ade2f167e74" providerId="LiveId" clId="{3D8A239C-F4B0-402A-98FA-1A673E8D2C13}" dt="2026-04-28T18:36:03.693" v="84" actId="26606"/>
          <ac:spMkLst>
            <pc:docMk/>
            <pc:sldMk cId="1575651391" sldId="263"/>
            <ac:spMk id="17" creationId="{C8A3C342-1D03-412F-8DD3-BF519E8E0AE9}"/>
          </ac:spMkLst>
        </pc:spChg>
        <pc:spChg chg="add">
          <ac:chgData name="Zeynep İrem Demir" userId="ea9c1ade2f167e74" providerId="LiveId" clId="{3D8A239C-F4B0-402A-98FA-1A673E8D2C13}" dt="2026-04-28T18:36:03.693" v="84" actId="26606"/>
          <ac:spMkLst>
            <pc:docMk/>
            <pc:sldMk cId="1575651391" sldId="263"/>
            <ac:spMk id="18" creationId="{81CC9B02-E087-4350-AEBD-2C3CF001AF01}"/>
          </ac:spMkLst>
        </pc:spChg>
        <pc:spChg chg="add">
          <ac:chgData name="Zeynep İrem Demir" userId="ea9c1ade2f167e74" providerId="LiveId" clId="{3D8A239C-F4B0-402A-98FA-1A673E8D2C13}" dt="2026-04-28T18:36:03.693" v="84" actId="26606"/>
          <ac:spMkLst>
            <pc:docMk/>
            <pc:sldMk cId="1575651391" sldId="263"/>
            <ac:spMk id="19" creationId="{AC3BF0FA-36FA-4CE9-840E-F7C3A8F168B5}"/>
          </ac:spMkLst>
        </pc:spChg>
        <pc:spChg chg="add">
          <ac:chgData name="Zeynep İrem Demir" userId="ea9c1ade2f167e74" providerId="LiveId" clId="{3D8A239C-F4B0-402A-98FA-1A673E8D2C13}" dt="2026-04-28T18:36:03.693" v="84" actId="26606"/>
          <ac:spMkLst>
            <pc:docMk/>
            <pc:sldMk cId="1575651391" sldId="263"/>
            <ac:spMk id="20" creationId="{820A998E-9379-1A5B-4268-30EB22A0481A}"/>
          </ac:spMkLst>
        </pc:spChg>
        <pc:graphicFrameChg chg="add del">
          <ac:chgData name="Zeynep İrem Demir" userId="ea9c1ade2f167e74" providerId="LiveId" clId="{3D8A239C-F4B0-402A-98FA-1A673E8D2C13}" dt="2026-04-28T18:36:03.682" v="83" actId="26606"/>
          <ac:graphicFrameMkLst>
            <pc:docMk/>
            <pc:sldMk cId="1575651391" sldId="263"/>
            <ac:graphicFrameMk id="5" creationId="{C98BC68B-307B-3D00-E097-DB8029DCCE63}"/>
          </ac:graphicFrameMkLst>
        </pc:graphicFrameChg>
        <pc:picChg chg="add">
          <ac:chgData name="Zeynep İrem Demir" userId="ea9c1ade2f167e74" providerId="LiveId" clId="{3D8A239C-F4B0-402A-98FA-1A673E8D2C13}" dt="2026-04-28T18:36:03.693" v="84" actId="26606"/>
          <ac:picMkLst>
            <pc:docMk/>
            <pc:sldMk cId="1575651391" sldId="263"/>
            <ac:picMk id="7" creationId="{AEC2071F-1B02-CCAA-9689-2FA3A71979B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289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8368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8604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334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039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7620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5866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6504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8743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224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41771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4316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071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8159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4918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51528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8569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BBA30EB-1583-47A8-ABB1-7CEB0E843362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48E19-A842-40FF-B81B-26F50D1A15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81433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B8829B-D08E-6BC7-6E05-40F9DE050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tr-TR" dirty="0"/>
              <a:t>AKCİĞER KANSERİ TEŞHİSİ: MAKİNE ÖĞRENMESİ İLE TAHMİN ANALİZİ</a:t>
            </a:r>
          </a:p>
        </p:txBody>
      </p:sp>
    </p:spTree>
    <p:extLst>
      <p:ext uri="{BB962C8B-B14F-4D97-AF65-F5344CB8AC3E}">
        <p14:creationId xmlns:p14="http://schemas.microsoft.com/office/powerpoint/2010/main" val="603018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8CFB408-798F-280D-E9F5-5AC072AB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ADIM ADIM İZLEDİĞİMİZ YOLLAR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F46D31-D9F1-9870-1F23-116760842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1. Adım: VERİ SETİNİN HAZIRLANMASI (DATA LOADİNG)</a:t>
            </a:r>
          </a:p>
          <a:p>
            <a:r>
              <a:rPr lang="tr-TR" dirty="0"/>
              <a:t>İlk olarak, analiz edeceğimiz ham veriyi sisteme tanıttık.</a:t>
            </a:r>
          </a:p>
          <a:p>
            <a:r>
              <a:rPr lang="tr-TR" dirty="0"/>
              <a:t> </a:t>
            </a:r>
            <a:r>
              <a:rPr lang="tr-TR" dirty="0" err="1"/>
              <a:t>Pandas</a:t>
            </a:r>
            <a:r>
              <a:rPr lang="tr-TR" dirty="0"/>
              <a:t> kütüphanesini kullanarak kanser.csv dosyasını Python ortamına yükledik.</a:t>
            </a:r>
          </a:p>
          <a:p>
            <a:r>
              <a:rPr lang="tr-TR" dirty="0"/>
              <a:t> Veriyi tablo yapısına (</a:t>
            </a:r>
            <a:r>
              <a:rPr lang="tr-TR" dirty="0" err="1"/>
              <a:t>DataFrame</a:t>
            </a:r>
            <a:r>
              <a:rPr lang="tr-TR" dirty="0"/>
              <a:t>) dönüştürerek üzerinde işlem yapılabilir hale getirdik. </a:t>
            </a:r>
            <a:r>
              <a:rPr lang="tr-TR" dirty="0" err="1"/>
              <a:t>df.head</a:t>
            </a:r>
            <a:r>
              <a:rPr lang="tr-TR" dirty="0"/>
              <a:t>() komutuyla verinin genel yapısını (sütun isimleri, ilk satırlar) kontrol ettik.</a:t>
            </a:r>
          </a:p>
        </p:txBody>
      </p:sp>
    </p:spTree>
    <p:extLst>
      <p:ext uri="{BB962C8B-B14F-4D97-AF65-F5344CB8AC3E}">
        <p14:creationId xmlns:p14="http://schemas.microsoft.com/office/powerpoint/2010/main" val="1711783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8123365-C503-FA91-2391-492C2399F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2 . Adım: VERİ ÖN İŞLEME ( DATA PREPROCESSİNG )</a:t>
            </a:r>
          </a:p>
          <a:p>
            <a:pPr marL="0" indent="0">
              <a:buNone/>
            </a:pPr>
            <a:r>
              <a:rPr lang="tr-TR" dirty="0"/>
              <a:t>Veri Temizleme (Data </a:t>
            </a:r>
            <a:r>
              <a:rPr lang="tr-TR" dirty="0" err="1"/>
              <a:t>Cleaning</a:t>
            </a:r>
            <a:r>
              <a:rPr lang="tr-TR" dirty="0"/>
              <a:t>)</a:t>
            </a:r>
          </a:p>
          <a:p>
            <a:r>
              <a:rPr lang="tr-TR" dirty="0"/>
              <a:t>Eksik Değer Kontrolü (Handling </a:t>
            </a:r>
            <a:r>
              <a:rPr lang="tr-TR" dirty="0" err="1"/>
              <a:t>Missing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): </a:t>
            </a:r>
            <a:r>
              <a:rPr lang="tr-TR" dirty="0" err="1"/>
              <a:t>df.isnull</a:t>
            </a:r>
            <a:r>
              <a:rPr lang="tr-TR" dirty="0"/>
              <a:t>().</a:t>
            </a:r>
            <a:r>
              <a:rPr lang="tr-TR" dirty="0" err="1"/>
              <a:t>sum</a:t>
            </a:r>
            <a:r>
              <a:rPr lang="tr-TR" dirty="0"/>
              <a:t>() komutuyla veri setinde boş hücre olup olmadığını kontrol ettik.</a:t>
            </a:r>
          </a:p>
          <a:p>
            <a:r>
              <a:rPr lang="tr-TR" dirty="0"/>
              <a:t> Hatalı Kayıtların Ayıklanması: Sayıya çevirme (</a:t>
            </a:r>
            <a:r>
              <a:rPr lang="tr-TR" dirty="0" err="1"/>
              <a:t>mapping</a:t>
            </a:r>
            <a:r>
              <a:rPr lang="tr-TR" dirty="0"/>
              <a:t>) işlemi sırasında oluşabilecek uyumsuz </a:t>
            </a:r>
            <a:r>
              <a:rPr lang="tr-TR"/>
              <a:t>verileri temizledik</a:t>
            </a:r>
            <a:r>
              <a:rPr lang="tr-TR" dirty="0"/>
              <a:t>. Böylece modelin hatalı verilerle kafasının karışmasını engelledik.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Veri Dönüştürme (Data </a:t>
            </a:r>
            <a:r>
              <a:rPr lang="tr-TR" dirty="0" err="1"/>
              <a:t>Transformation</a:t>
            </a:r>
            <a:r>
              <a:rPr lang="tr-TR" dirty="0"/>
              <a:t> / </a:t>
            </a:r>
            <a:r>
              <a:rPr lang="tr-TR" dirty="0" err="1"/>
              <a:t>Encoding</a:t>
            </a:r>
            <a:r>
              <a:rPr lang="tr-TR" dirty="0"/>
              <a:t>)</a:t>
            </a:r>
          </a:p>
          <a:p>
            <a:r>
              <a:rPr lang="tr-TR" dirty="0" err="1"/>
              <a:t>Label</a:t>
            </a:r>
            <a:r>
              <a:rPr lang="tr-TR" dirty="0"/>
              <a:t> </a:t>
            </a:r>
            <a:r>
              <a:rPr lang="tr-TR" dirty="0" err="1"/>
              <a:t>Encoding</a:t>
            </a:r>
            <a:r>
              <a:rPr lang="tr-TR" dirty="0"/>
              <a:t> (Etiket Kodlama): Cinsiyet (M/F) ve Hedef Değişken (YES/NO) gibi kategorik verileri 0 ve 1 değerlerine indirgedik.</a:t>
            </a:r>
          </a:p>
          <a:p>
            <a:r>
              <a:rPr lang="tr-TR" dirty="0"/>
              <a:t>Veri Tipi Düzenleme: Tüm sütunların sayısal (</a:t>
            </a:r>
            <a:r>
              <a:rPr lang="tr-TR" dirty="0" err="1"/>
              <a:t>integer</a:t>
            </a:r>
            <a:r>
              <a:rPr lang="tr-TR" dirty="0"/>
              <a:t>/</a:t>
            </a:r>
            <a:r>
              <a:rPr lang="tr-TR" dirty="0" err="1"/>
              <a:t>float</a:t>
            </a:r>
            <a:r>
              <a:rPr lang="tr-TR" dirty="0"/>
              <a:t>) veri tipinde olduğundan emin olduk, böylece algoritmalar sütunlar arasında matematiksel korelasyon kurabildi.</a:t>
            </a:r>
          </a:p>
        </p:txBody>
      </p:sp>
    </p:spTree>
    <p:extLst>
      <p:ext uri="{BB962C8B-B14F-4D97-AF65-F5344CB8AC3E}">
        <p14:creationId xmlns:p14="http://schemas.microsoft.com/office/powerpoint/2010/main" val="3286895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140FEF7-04A3-0D01-7967-30B1A0914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3458"/>
            <a:ext cx="10515600" cy="5793505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3 . Adım:  ÖZELLİK SEÇİMİ ve VERİYİ BÖLME ( FEATURE SELECTIONS &amp; SPLİTTİNG ) </a:t>
            </a:r>
          </a:p>
          <a:p>
            <a:pPr marL="0" indent="0">
              <a:buNone/>
            </a:pPr>
            <a:r>
              <a:rPr lang="tr-TR" dirty="0"/>
              <a:t>Hedef ve Özellikler: LUNG_CANCER sütununu hedef (y), diğer tüm sütunları özellik (X) olarak ayırdık.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Eğitim ve Test Ayırımı: Verinin %80'ini modeli eğitmek, %20'sini ise modelin hiç görmediği veriler üzerinde ne kadar başarılı olduğunu test etmek için ayırdık (</a:t>
            </a:r>
            <a:r>
              <a:rPr lang="tr-TR" dirty="0" err="1"/>
              <a:t>train_test_split</a:t>
            </a:r>
            <a:r>
              <a:rPr lang="tr-T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73410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F2D5A19-2D19-13FB-1291-0ADB404A0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4 . Adım: MODELLERİN SEÇİLMESİ ve EĞİTİLMESİ ( MODEL TRAİNİNG)</a:t>
            </a:r>
          </a:p>
          <a:p>
            <a:r>
              <a:rPr lang="tr-TR" dirty="0" err="1"/>
              <a:t>Logistic</a:t>
            </a:r>
            <a:r>
              <a:rPr lang="tr-TR" dirty="0"/>
              <a:t> </a:t>
            </a:r>
            <a:r>
              <a:rPr lang="tr-TR" dirty="0" err="1"/>
              <a:t>Regression</a:t>
            </a:r>
            <a:r>
              <a:rPr lang="tr-TR" dirty="0"/>
              <a:t>: Veriler arasındaki doğrusal ilişkiyi inceler. Hızlı ve yorumlanması kolaydır.</a:t>
            </a:r>
          </a:p>
          <a:p>
            <a:r>
              <a:rPr lang="tr-TR" dirty="0" err="1"/>
              <a:t>Random</a:t>
            </a:r>
            <a:r>
              <a:rPr lang="tr-TR" dirty="0"/>
              <a:t> </a:t>
            </a:r>
            <a:r>
              <a:rPr lang="tr-TR" dirty="0" err="1"/>
              <a:t>Forest</a:t>
            </a:r>
            <a:r>
              <a:rPr lang="tr-TR" dirty="0"/>
              <a:t>: Birçok "Karar Ağacı" oluşturur ve bunların oylamasıyla sonuca varır. Daha karmaşık ve güçlü bir modeldir.</a:t>
            </a:r>
          </a:p>
          <a:p>
            <a:r>
              <a:rPr lang="tr-TR" dirty="0"/>
              <a:t>Eğitim: .fit() komutuyla modellerimizi eğitim verileriyle "eğittik".</a:t>
            </a:r>
          </a:p>
        </p:txBody>
      </p:sp>
    </p:spTree>
    <p:extLst>
      <p:ext uri="{BB962C8B-B14F-4D97-AF65-F5344CB8AC3E}">
        <p14:creationId xmlns:p14="http://schemas.microsoft.com/office/powerpoint/2010/main" val="1222963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803A014-57C2-F363-0B8B-68A7636BC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794"/>
            <a:ext cx="10515600" cy="5813169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5. Adım: TAHMİN ve PERFORMANS ÖLÇÜMÜ (EVALUATION)</a:t>
            </a:r>
          </a:p>
          <a:p>
            <a:r>
              <a:rPr lang="tr-TR" dirty="0" err="1"/>
              <a:t>Confusion</a:t>
            </a:r>
            <a:r>
              <a:rPr lang="tr-TR" dirty="0"/>
              <a:t> </a:t>
            </a:r>
            <a:r>
              <a:rPr lang="tr-TR" dirty="0" err="1"/>
              <a:t>Matrix</a:t>
            </a:r>
            <a:r>
              <a:rPr lang="tr-TR" dirty="0"/>
              <a:t> (Karmaşıklık Matrisi): Modelin kaç hastayı doğru bildiğini, kaç sağlıklı kişiye yanlışlıkla hasta dediğini görselleştirdik.</a:t>
            </a:r>
          </a:p>
          <a:p>
            <a:pPr marL="0" indent="0">
              <a:buNone/>
            </a:pPr>
            <a:r>
              <a:rPr lang="tr-TR" dirty="0"/>
              <a:t>METRİKLER:</a:t>
            </a:r>
          </a:p>
          <a:p>
            <a:r>
              <a:rPr lang="tr-TR" dirty="0"/>
              <a:t> </a:t>
            </a:r>
            <a:r>
              <a:rPr lang="tr-TR" dirty="0" err="1"/>
              <a:t>Accuracy</a:t>
            </a:r>
            <a:r>
              <a:rPr lang="tr-TR" dirty="0"/>
              <a:t> (Doğruluk): Genel başarı oranımız %97 çıktı.</a:t>
            </a:r>
          </a:p>
          <a:p>
            <a:r>
              <a:rPr lang="tr-TR" dirty="0" err="1"/>
              <a:t>Recall</a:t>
            </a:r>
            <a:r>
              <a:rPr lang="tr-TR" dirty="0"/>
              <a:t> (Duyarlılık): Kanser hastalarını bulma oranımız %98'in üzerinde çıktı (Sağlıkta en kritik değer budur).</a:t>
            </a:r>
          </a:p>
        </p:txBody>
      </p:sp>
    </p:spTree>
    <p:extLst>
      <p:ext uri="{BB962C8B-B14F-4D97-AF65-F5344CB8AC3E}">
        <p14:creationId xmlns:p14="http://schemas.microsoft.com/office/powerpoint/2010/main" val="1143321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F183C1F-CFBE-9D52-5EC9-C50B9EEB4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150" y="664983"/>
            <a:ext cx="10277699" cy="552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110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3">
            <a:extLst>
              <a:ext uri="{FF2B5EF4-FFF2-40B4-BE49-F238E27FC236}">
                <a16:creationId xmlns:a16="http://schemas.microsoft.com/office/drawing/2014/main" id="{AC3BF0FA-36FA-4CE9-840E-F7C3A8F16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81796" y="947378"/>
            <a:ext cx="6858001" cy="4963245"/>
          </a:xfrm>
          <a:custGeom>
            <a:avLst/>
            <a:gdLst>
              <a:gd name="connsiteX0" fmla="*/ 6858001 w 6858001"/>
              <a:gd name="connsiteY0" fmla="*/ 1177 h 4963245"/>
              <a:gd name="connsiteX1" fmla="*/ 6858001 w 6858001"/>
              <a:gd name="connsiteY1" fmla="*/ 1344715 h 4963245"/>
              <a:gd name="connsiteX2" fmla="*/ 6858000 w 6858001"/>
              <a:gd name="connsiteY2" fmla="*/ 1344715 h 4963245"/>
              <a:gd name="connsiteX3" fmla="*/ 6858000 w 6858001"/>
              <a:gd name="connsiteY3" fmla="*/ 4963245 h 4963245"/>
              <a:gd name="connsiteX4" fmla="*/ 0 w 6858001"/>
              <a:gd name="connsiteY4" fmla="*/ 4963244 h 4963245"/>
              <a:gd name="connsiteX5" fmla="*/ 0 w 6858001"/>
              <a:gd name="connsiteY5" fmla="*/ 900697 h 4963245"/>
              <a:gd name="connsiteX6" fmla="*/ 1 w 6858001"/>
              <a:gd name="connsiteY6" fmla="*/ 900697 h 4963245"/>
              <a:gd name="connsiteX7" fmla="*/ 1 w 6858001"/>
              <a:gd name="connsiteY7" fmla="*/ 0 h 4963245"/>
              <a:gd name="connsiteX8" fmla="*/ 40463 w 6858001"/>
              <a:gd name="connsiteY8" fmla="*/ 5883 h 4963245"/>
              <a:gd name="connsiteX9" fmla="*/ 159107 w 6858001"/>
              <a:gd name="connsiteY9" fmla="*/ 23196 h 4963245"/>
              <a:gd name="connsiteX10" fmla="*/ 245518 w 6858001"/>
              <a:gd name="connsiteY10" fmla="*/ 35299 h 4963245"/>
              <a:gd name="connsiteX11" fmla="*/ 348388 w 6858001"/>
              <a:gd name="connsiteY11" fmla="*/ 48073 h 4963245"/>
              <a:gd name="connsiteX12" fmla="*/ 470460 w 6858001"/>
              <a:gd name="connsiteY12" fmla="*/ 63369 h 4963245"/>
              <a:gd name="connsiteX13" fmla="*/ 605563 w 6858001"/>
              <a:gd name="connsiteY13" fmla="*/ 79506 h 4963245"/>
              <a:gd name="connsiteX14" fmla="*/ 757810 w 6858001"/>
              <a:gd name="connsiteY14" fmla="*/ 96483 h 4963245"/>
              <a:gd name="connsiteX15" fmla="*/ 923774 w 6858001"/>
              <a:gd name="connsiteY15" fmla="*/ 114469 h 4963245"/>
              <a:gd name="connsiteX16" fmla="*/ 1104139 w 6858001"/>
              <a:gd name="connsiteY16" fmla="*/ 132454 h 4963245"/>
              <a:gd name="connsiteX17" fmla="*/ 1296163 w 6858001"/>
              <a:gd name="connsiteY17" fmla="*/ 150776 h 4963245"/>
              <a:gd name="connsiteX18" fmla="*/ 1503275 w 6858001"/>
              <a:gd name="connsiteY18" fmla="*/ 167753 h 4963245"/>
              <a:gd name="connsiteX19" fmla="*/ 1719988 w 6858001"/>
              <a:gd name="connsiteY19" fmla="*/ 184058 h 4963245"/>
              <a:gd name="connsiteX20" fmla="*/ 1949045 w 6858001"/>
              <a:gd name="connsiteY20" fmla="*/ 198849 h 4963245"/>
              <a:gd name="connsiteX21" fmla="*/ 2187703 w 6858001"/>
              <a:gd name="connsiteY21" fmla="*/ 212969 h 4963245"/>
              <a:gd name="connsiteX22" fmla="*/ 2436649 w 6858001"/>
              <a:gd name="connsiteY22" fmla="*/ 226248 h 4963245"/>
              <a:gd name="connsiteX23" fmla="*/ 2564208 w 6858001"/>
              <a:gd name="connsiteY23" fmla="*/ 230955 h 4963245"/>
              <a:gd name="connsiteX24" fmla="*/ 2694509 w 6858001"/>
              <a:gd name="connsiteY24" fmla="*/ 236165 h 4963245"/>
              <a:gd name="connsiteX25" fmla="*/ 2826868 w 6858001"/>
              <a:gd name="connsiteY25" fmla="*/ 241040 h 4963245"/>
              <a:gd name="connsiteX26" fmla="*/ 2959914 w 6858001"/>
              <a:gd name="connsiteY26" fmla="*/ 244234 h 4963245"/>
              <a:gd name="connsiteX27" fmla="*/ 3095702 w 6858001"/>
              <a:gd name="connsiteY27" fmla="*/ 247091 h 4963245"/>
              <a:gd name="connsiteX28" fmla="*/ 3232862 w 6858001"/>
              <a:gd name="connsiteY28" fmla="*/ 250117 h 4963245"/>
              <a:gd name="connsiteX29" fmla="*/ 3372765 w 6858001"/>
              <a:gd name="connsiteY29" fmla="*/ 252134 h 4963245"/>
              <a:gd name="connsiteX30" fmla="*/ 3514040 w 6858001"/>
              <a:gd name="connsiteY30" fmla="*/ 252134 h 4963245"/>
              <a:gd name="connsiteX31" fmla="*/ 3656686 w 6858001"/>
              <a:gd name="connsiteY31" fmla="*/ 253142 h 4963245"/>
              <a:gd name="connsiteX32" fmla="*/ 3800704 w 6858001"/>
              <a:gd name="connsiteY32" fmla="*/ 252134 h 4963245"/>
              <a:gd name="connsiteX33" fmla="*/ 3946780 w 6858001"/>
              <a:gd name="connsiteY33" fmla="*/ 250117 h 4963245"/>
              <a:gd name="connsiteX34" fmla="*/ 4092855 w 6858001"/>
              <a:gd name="connsiteY34" fmla="*/ 248268 h 4963245"/>
              <a:gd name="connsiteX35" fmla="*/ 4240988 w 6858001"/>
              <a:gd name="connsiteY35" fmla="*/ 244234 h 4963245"/>
              <a:gd name="connsiteX36" fmla="*/ 4390492 w 6858001"/>
              <a:gd name="connsiteY36" fmla="*/ 240032 h 4963245"/>
              <a:gd name="connsiteX37" fmla="*/ 4539997 w 6858001"/>
              <a:gd name="connsiteY37" fmla="*/ 235157 h 4963245"/>
              <a:gd name="connsiteX38" fmla="*/ 4690873 w 6858001"/>
              <a:gd name="connsiteY38" fmla="*/ 228266 h 4963245"/>
              <a:gd name="connsiteX39" fmla="*/ 4843120 w 6858001"/>
              <a:gd name="connsiteY39" fmla="*/ 220029 h 4963245"/>
              <a:gd name="connsiteX40" fmla="*/ 4996054 w 6858001"/>
              <a:gd name="connsiteY40" fmla="*/ 212129 h 4963245"/>
              <a:gd name="connsiteX41" fmla="*/ 5148987 w 6858001"/>
              <a:gd name="connsiteY41" fmla="*/ 202044 h 4963245"/>
              <a:gd name="connsiteX42" fmla="*/ 5303978 w 6858001"/>
              <a:gd name="connsiteY42" fmla="*/ 189941 h 4963245"/>
              <a:gd name="connsiteX43" fmla="*/ 5456911 w 6858001"/>
              <a:gd name="connsiteY43" fmla="*/ 177839 h 4963245"/>
              <a:gd name="connsiteX44" fmla="*/ 5612588 w 6858001"/>
              <a:gd name="connsiteY44" fmla="*/ 163887 h 4963245"/>
              <a:gd name="connsiteX45" fmla="*/ 5768950 w 6858001"/>
              <a:gd name="connsiteY45" fmla="*/ 148591 h 4963245"/>
              <a:gd name="connsiteX46" fmla="*/ 5923255 w 6858001"/>
              <a:gd name="connsiteY46" fmla="*/ 132455 h 4963245"/>
              <a:gd name="connsiteX47" fmla="*/ 6079618 w 6858001"/>
              <a:gd name="connsiteY47" fmla="*/ 113629 h 4963245"/>
              <a:gd name="connsiteX48" fmla="*/ 6235294 w 6858001"/>
              <a:gd name="connsiteY48" fmla="*/ 93458 h 4963245"/>
              <a:gd name="connsiteX49" fmla="*/ 6391657 w 6858001"/>
              <a:gd name="connsiteY49" fmla="*/ 73455 h 4963245"/>
              <a:gd name="connsiteX50" fmla="*/ 6547333 w 6858001"/>
              <a:gd name="connsiteY50" fmla="*/ 50091 h 4963245"/>
              <a:gd name="connsiteX51" fmla="*/ 6702324 w 6858001"/>
              <a:gd name="connsiteY51" fmla="*/ 26222 h 4963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4963245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4963245"/>
                </a:lnTo>
                <a:lnTo>
                  <a:pt x="0" y="4963244"/>
                </a:lnTo>
                <a:lnTo>
                  <a:pt x="0" y="900697"/>
                </a:lnTo>
                <a:lnTo>
                  <a:pt x="1" y="90069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tr-TR"/>
          </a:p>
        </p:txBody>
      </p:sp>
      <p:pic>
        <p:nvPicPr>
          <p:cNvPr id="7" name="Graphic 6" descr="Parmak izi">
            <a:extLst>
              <a:ext uri="{FF2B5EF4-FFF2-40B4-BE49-F238E27FC236}">
                <a16:creationId xmlns:a16="http://schemas.microsoft.com/office/drawing/2014/main" id="{AEC2071F-1B02-CCAA-9689-2FA3A71979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9871" y="1721993"/>
            <a:ext cx="3414010" cy="3414010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0" name="İçerik Yer Tutucusu 2">
            <a:extLst>
              <a:ext uri="{FF2B5EF4-FFF2-40B4-BE49-F238E27FC236}">
                <a16:creationId xmlns:a16="http://schemas.microsoft.com/office/drawing/2014/main" id="{820A998E-9379-1A5B-4268-30EB22A0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</a:rPr>
              <a:t>HAZIRLAYANLAR;</a:t>
            </a:r>
          </a:p>
          <a:p>
            <a:r>
              <a:rPr lang="tr-TR">
                <a:solidFill>
                  <a:srgbClr val="FFFFFF"/>
                </a:solidFill>
              </a:rPr>
              <a:t>ZEYNEP İREM DEMİR</a:t>
            </a:r>
          </a:p>
          <a:p>
            <a:r>
              <a:rPr lang="tr-TR">
                <a:solidFill>
                  <a:srgbClr val="FFFFFF"/>
                </a:solidFill>
              </a:rPr>
              <a:t>ROJİN ACER</a:t>
            </a:r>
          </a:p>
          <a:p>
            <a:r>
              <a:rPr lang="tr-TR">
                <a:solidFill>
                  <a:srgbClr val="FFFFFF"/>
                </a:solidFill>
              </a:rPr>
              <a:t>AYŞE KURT</a:t>
            </a:r>
          </a:p>
        </p:txBody>
      </p:sp>
    </p:spTree>
    <p:extLst>
      <p:ext uri="{BB962C8B-B14F-4D97-AF65-F5344CB8AC3E}">
        <p14:creationId xmlns:p14="http://schemas.microsoft.com/office/powerpoint/2010/main" val="1575651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İyon">
  <a:themeElements>
    <a:clrScheme name="İy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İy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</TotalTime>
  <Words>411</Words>
  <Application>Microsoft Office PowerPoint</Application>
  <PresentationFormat>Geniş ekran</PresentationFormat>
  <Paragraphs>31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İyon</vt:lpstr>
      <vt:lpstr>AKCİĞER KANSERİ TEŞHİSİ: MAKİNE ÖĞRENMESİ İLE TAHMİN ANALİZİ</vt:lpstr>
      <vt:lpstr>ADIM ADIM İZLEDİĞİMİZ YOLLAR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Zeynep İrem Demir</dc:creator>
  <cp:lastModifiedBy>Zeynep İrem Demir</cp:lastModifiedBy>
  <cp:revision>1</cp:revision>
  <dcterms:created xsi:type="dcterms:W3CDTF">2026-04-23T12:50:58Z</dcterms:created>
  <dcterms:modified xsi:type="dcterms:W3CDTF">2026-04-28T18:36:34Z</dcterms:modified>
</cp:coreProperties>
</file>